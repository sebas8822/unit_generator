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AC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99"/>
  </p:normalViewPr>
  <p:slideViewPr>
    <p:cSldViewPr snapToGrid="0">
      <p:cViewPr varScale="1">
        <p:scale>
          <a:sx n="118" d="100"/>
          <a:sy n="118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D6004C4-2B97-CA3E-DAB6-3D1BA1F178A4}"/>
              </a:ext>
            </a:extLst>
          </p:cNvPr>
          <p:cNvGrpSpPr/>
          <p:nvPr userDrawn="1"/>
        </p:nvGrpSpPr>
        <p:grpSpPr>
          <a:xfrm>
            <a:off x="0" y="-33888"/>
            <a:ext cx="12202473" cy="6891888"/>
            <a:chOff x="0" y="-33888"/>
            <a:chExt cx="12202473" cy="6891888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54671" y="-18365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07ACEB">
                <a:alpha val="3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577647" y="-33888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ACEB">
                <a:alpha val="2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07ACEB">
                <a:alpha val="4000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71926" y="-33888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07ACEB">
                <a:alpha val="7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52648" y="-33888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ACEB">
                <a:alpha val="6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12391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07ACEB">
                <a:alpha val="8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 userDrawn="1"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rgbClr val="07AC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864" y="4106943"/>
            <a:ext cx="8493664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rgbClr val="07ACEB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864" y="5753242"/>
            <a:ext cx="8493664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0E1E70A-1292-C147-4572-8AC407FD14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119" y="1191843"/>
            <a:ext cx="7817762" cy="216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700867"/>
            <a:ext cx="10676465" cy="1826581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4527448"/>
            <a:ext cx="10676465" cy="860400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3303" y="1714275"/>
            <a:ext cx="5553840" cy="4737116"/>
          </a:xfrm>
        </p:spPr>
        <p:txBody>
          <a:bodyPr/>
          <a:lstStyle>
            <a:lvl1pPr>
              <a:buClr>
                <a:srgbClr val="07ACEB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7ACEB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7ACEB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7ACEB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7ACEB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4859" y="1714275"/>
            <a:ext cx="5281890" cy="4737117"/>
          </a:xfrm>
        </p:spPr>
        <p:txBody>
          <a:bodyPr/>
          <a:lstStyle>
            <a:lvl1pPr>
              <a:buClr>
                <a:srgbClr val="07ACEB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7ACEB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7ACEB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7ACEB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7ACEB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820" y="381000"/>
            <a:ext cx="10349894" cy="1320800"/>
          </a:xfrm>
        </p:spPr>
        <p:txBody>
          <a:bodyPr/>
          <a:lstStyle>
            <a:lvl1pPr>
              <a:defRPr>
                <a:solidFill>
                  <a:srgbClr val="07ACEB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9"/>
          <p:cNvSpPr/>
          <p:nvPr/>
        </p:nvSpPr>
        <p:spPr>
          <a:xfrm>
            <a:off x="10942175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7ACEB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8" name="Isosceles Triangle 27"/>
          <p:cNvSpPr/>
          <p:nvPr/>
        </p:nvSpPr>
        <p:spPr>
          <a:xfrm>
            <a:off x="11310257" y="3589867"/>
            <a:ext cx="878568" cy="3268133"/>
          </a:xfrm>
          <a:prstGeom prst="triangle">
            <a:avLst>
              <a:gd name="adj" fmla="val 100000"/>
            </a:avLst>
          </a:prstGeom>
          <a:solidFill>
            <a:srgbClr val="07ACEB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Isosceles Triangle 28"/>
          <p:cNvSpPr/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rgbClr val="07ACE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8733" y="307295"/>
            <a:ext cx="10627367" cy="10366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8733" y="1659713"/>
            <a:ext cx="11038016" cy="4654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6749" y="645139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4988FE0-821A-8E0E-CA17-B85AECD0EEF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087"/>
          <a:stretch>
            <a:fillRect/>
          </a:stretch>
        </p:blipFill>
        <p:spPr>
          <a:xfrm>
            <a:off x="11076100" y="123600"/>
            <a:ext cx="981973" cy="972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4" r:id="rId5"/>
    <p:sldLayoutId id="2147483655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07ACEB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rgbClr val="07ACEB"/>
        </a:buClr>
        <a:buSzPct val="80000"/>
        <a:buFont typeface="Wingdings 3" charset="2"/>
        <a:buChar char="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rgbClr val="07ACEB"/>
        </a:buClr>
        <a:buSzPct val="80000"/>
        <a:buFont typeface="Wingdings 3" charset="2"/>
        <a:buChar char="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rgbClr val="07ACEB"/>
        </a:buClr>
        <a:buSzPct val="80000"/>
        <a:buFont typeface="Wingdings 3" charset="2"/>
        <a:buChar char="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rgbClr val="07ACEB"/>
        </a:buClr>
        <a:buSzPct val="80000"/>
        <a:buFont typeface="Wingdings 3" charset="2"/>
        <a:buChar char="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rgbClr val="07ACEB"/>
        </a:buClr>
        <a:buSzPct val="80000"/>
        <a:buFont typeface="Wingdings 3" charset="2"/>
        <a:buChar char="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8D716-85FD-B5BF-F677-7A22614AE4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B7CF4A-A46A-20AB-A3FB-ECBF9248B4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14079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Trebuchet MS</vt:lpstr>
      <vt:lpstr>Wingdings 3</vt:lpstr>
      <vt:lpstr>Facet</vt:lpstr>
      <vt:lpstr>PowerPoint Presentation</vt:lpstr>
    </vt:vector>
  </TitlesOfParts>
  <Manager/>
  <Company>ACIT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 Sanin</dc:creator>
  <cp:keywords/>
  <dc:description/>
  <cp:lastModifiedBy>Cesar Sanin</cp:lastModifiedBy>
  <cp:revision>10</cp:revision>
  <dcterms:created xsi:type="dcterms:W3CDTF">2025-12-28T04:33:09Z</dcterms:created>
  <dcterms:modified xsi:type="dcterms:W3CDTF">2025-12-28T05:06:27Z</dcterms:modified>
  <cp:category/>
</cp:coreProperties>
</file>