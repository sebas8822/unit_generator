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5677"/>
  </p:normalViewPr>
  <p:slideViewPr>
    <p:cSldViewPr snapToGrid="0" snapToObjects="1">
      <p:cViewPr varScale="1">
        <p:scale>
          <a:sx n="108" d="100"/>
          <a:sy n="108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F7B252-8E90-66C4-F94F-326FC3C48E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0B2CF-D92D-F8D8-8E48-F0AE1AD04A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047AB-D8BE-4658-96E3-C2AB66B937A7}" type="datetimeFigureOut">
              <a:rPr lang="en-AU" smtClean="0"/>
              <a:t>8/01/2026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4F56BB-C67C-CB7F-66A7-362B9A41A9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D1021-1AD5-F364-F040-DDB6FF0ED4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79EBE-E731-469E-9215-BA1B16CF53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1070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89F65-1DCB-9845-990C-CDC44DE929FA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4321E-DC9E-9042-8ACD-8652D64133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3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Slide (Center Title + Sub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637" y="2918211"/>
            <a:ext cx="9144000" cy="1434101"/>
          </a:xfrm>
          <a:prstGeom prst="rect">
            <a:avLst/>
          </a:prstGeom>
        </p:spPr>
        <p:txBody>
          <a:bodyPr anchor="ctr" anchorCtr="0"/>
          <a:lstStyle>
            <a:lvl1pPr algn="ctr">
              <a:defRPr lang="en-US" sz="3600" kern="1200" dirty="0">
                <a:solidFill>
                  <a:srgbClr val="07ACE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637" y="4616459"/>
            <a:ext cx="9144000" cy="113682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6F3047D-2B0A-2C55-C8DE-881C2BBD4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96" y="402566"/>
            <a:ext cx="7817762" cy="2160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8F5AD9B-7C41-3FE4-1175-3AC3153FA24A}"/>
              </a:ext>
            </a:extLst>
          </p:cNvPr>
          <p:cNvGrpSpPr/>
          <p:nvPr userDrawn="1"/>
        </p:nvGrpSpPr>
        <p:grpSpPr>
          <a:xfrm>
            <a:off x="0" y="-33888"/>
            <a:ext cx="12202473" cy="6891888"/>
            <a:chOff x="0" y="-33888"/>
            <a:chExt cx="12202473" cy="689188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C91E74C-E36C-8AC5-02DC-0AEE7F753C3C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8B93D7D-4BF3-59C9-DF40-75504F232BCC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C62D441C-8C05-C416-B864-188A6067C03B}"/>
                </a:ext>
              </a:extLst>
            </p:cNvPr>
            <p:cNvSpPr/>
            <p:nvPr/>
          </p:nvSpPr>
          <p:spPr>
            <a:xfrm>
              <a:off x="9154671" y="-18365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7ACEB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5">
              <a:extLst>
                <a:ext uri="{FF2B5EF4-FFF2-40B4-BE49-F238E27FC236}">
                  <a16:creationId xmlns:a16="http://schemas.microsoft.com/office/drawing/2014/main" id="{2118E562-4BE0-54B7-4870-FAEE460F06AC}"/>
                </a:ext>
              </a:extLst>
            </p:cNvPr>
            <p:cNvSpPr/>
            <p:nvPr/>
          </p:nvSpPr>
          <p:spPr>
            <a:xfrm>
              <a:off x="9577647" y="-33888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49399537-B592-7080-A0C3-0866127D3785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400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E23CE980-4E13-B44D-15AA-A3F228A4D348}"/>
                </a:ext>
              </a:extLst>
            </p:cNvPr>
            <p:cNvSpPr/>
            <p:nvPr/>
          </p:nvSpPr>
          <p:spPr>
            <a:xfrm>
              <a:off x="10871926" y="-33888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7ACEB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29">
              <a:extLst>
                <a:ext uri="{FF2B5EF4-FFF2-40B4-BE49-F238E27FC236}">
                  <a16:creationId xmlns:a16="http://schemas.microsoft.com/office/drawing/2014/main" id="{40663EC3-63EC-0E5E-C870-A9AB3798DD2C}"/>
                </a:ext>
              </a:extLst>
            </p:cNvPr>
            <p:cNvSpPr/>
            <p:nvPr/>
          </p:nvSpPr>
          <p:spPr>
            <a:xfrm>
              <a:off x="10952648" y="-33888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174A12F-0EDB-F985-D641-13AAA306649E}"/>
                </a:ext>
              </a:extLst>
            </p:cNvPr>
            <p:cNvSpPr/>
            <p:nvPr/>
          </p:nvSpPr>
          <p:spPr>
            <a:xfrm>
              <a:off x="10312391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8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0C004AB-E6E3-1628-DBE7-D2ACD5726FC7}"/>
                </a:ext>
              </a:extLst>
            </p:cNvPr>
            <p:cNvSpPr/>
            <p:nvPr userDrawn="1"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7A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0207E1-0C40-D4F1-348E-26B6DCE4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61" y="207390"/>
            <a:ext cx="10426051" cy="9494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F34F11-0920-6B36-FFE3-2B79C29D1A2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1488" y="1357313"/>
            <a:ext cx="11056937" cy="4940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Clr>
                <a:srgbClr val="00B0F0"/>
              </a:buClr>
              <a:buFont typeface="Wingdings 3" panose="05040102010807070707" pitchFamily="18" charset="2"/>
              <a:buNone/>
              <a:defRPr sz="240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"/>
              <a:defRPr sz="1800"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1051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6284E9-DFFD-1643-6BA7-CAE2BF8D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367646"/>
            <a:ext cx="9382176" cy="88612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C0A0B-10D8-6D0B-B89F-083C7974024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9113" y="1802167"/>
            <a:ext cx="5240337" cy="457005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algn="l">
              <a:buClr>
                <a:srgbClr val="00B0F0"/>
              </a:buClr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algn="l">
              <a:buClr>
                <a:srgbClr val="00B0F0"/>
              </a:buClr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algn="l">
              <a:buClr>
                <a:srgbClr val="00B0F0"/>
              </a:buClr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algn="l">
              <a:buClr>
                <a:srgbClr val="00B0F0"/>
              </a:buClr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A7D579F-7815-67F3-080E-1C58B1257C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38838" y="1802167"/>
            <a:ext cx="5734050" cy="457005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350805-CA03-9F3C-2A5E-61D0BBAC5B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9113" y="1325557"/>
            <a:ext cx="11153775" cy="4048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For Sub subtitles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6207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ld content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1045-D737-605E-3913-CAC665A5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6" y="390889"/>
            <a:ext cx="9445658" cy="4173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2316E-89A4-342F-C435-98F7215E2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836312"/>
            <a:ext cx="10105539" cy="417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32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62A657-439B-EB60-7EBA-D92F47272B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5624" y="1357460"/>
            <a:ext cx="11124185" cy="495920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Clr>
                <a:srgbClr val="00B0F0"/>
              </a:buClr>
              <a:buFont typeface="Wingdings 3" panose="05040102010807070707" pitchFamily="18" charset="2"/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747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ld Content 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AF4E-5173-8960-7D69-90E3A0D4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38" y="409223"/>
            <a:ext cx="10548250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0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9B9C4-1211-6280-270B-6D497398C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539" y="806836"/>
            <a:ext cx="10548249" cy="47505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32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5C83A4-AE0B-89C3-5F60-9D7E17594F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0538" y="1846554"/>
            <a:ext cx="5457825" cy="44605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53A26C-38AD-0903-640F-848A3E946F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1846554"/>
            <a:ext cx="5605463" cy="446058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09978D-619E-375A-2F42-E8C2A897E6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0539" y="1349375"/>
            <a:ext cx="10670798" cy="3698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For </a:t>
            </a:r>
            <a:r>
              <a:rPr lang="en-US" dirty="0" err="1"/>
              <a:t>subsubtitle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71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active Activity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0FEE8B-99AD-8ACB-CE26-7DC715E11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01" y="963528"/>
            <a:ext cx="10631009" cy="54049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8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C3C267-E856-3759-C3B6-6E99391362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2049" y="1572461"/>
            <a:ext cx="10642461" cy="461152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Clr>
                <a:srgbClr val="00B0F0"/>
              </a:buClr>
              <a:buFont typeface="Wingdings 3" panose="05040102010807070707" pitchFamily="18" charset="2"/>
              <a:buNone/>
              <a:defRPr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045C84-B87E-08B2-07B1-E7313EF3D5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945" y="6373813"/>
            <a:ext cx="10641540" cy="400050"/>
          </a:xfrm>
          <a:prstGeom prst="rect">
            <a:avLst/>
          </a:prstGeom>
        </p:spPr>
        <p:txBody>
          <a:bodyPr anchor="t">
            <a:normAutofit fontScale="70000" lnSpcReduction="20000"/>
          </a:bodyPr>
          <a:lstStyle>
            <a:lvl1pPr marL="0" indent="0">
              <a:buNone/>
              <a:defRPr lang="en-AU" sz="20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Answer: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D8DBCCE-998F-DB36-8CF5-393F3CC18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800" y="271142"/>
            <a:ext cx="10462426" cy="6589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160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active Activity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6448AB-BFB0-DD9B-B8D4-C071A2F1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7" y="1056737"/>
            <a:ext cx="10471853" cy="51826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B159E88-BB25-7C09-C1B1-6D446D3621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5787" y="1622142"/>
            <a:ext cx="5194169" cy="458002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latin typeface="Trebuchet MS" panose="020B0603020202020204" pitchFamily="34" charset="0"/>
              </a:defRPr>
            </a:lvl1pPr>
            <a:lvl2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2pPr>
            <a:lvl3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3pPr>
            <a:lvl4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4pPr>
            <a:lvl5pPr algn="l"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2DF629E-605E-E31A-91B4-B32DE4CEDE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63471" y="1622142"/>
            <a:ext cx="5194169" cy="458002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>
                <a:latin typeface="Trebuchet MS" panose="020B0603020202020204" pitchFamily="34" charset="0"/>
              </a:defRPr>
            </a:lvl1pPr>
            <a:lvl2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2pPr>
            <a:lvl3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3pPr>
            <a:lvl4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4pPr>
            <a:lvl5pPr>
              <a:buClr>
                <a:srgbClr val="00B0F0"/>
              </a:buClr>
              <a:buFont typeface="Wingdings 3" panose="05040102010807070707" pitchFamily="18" charset="2"/>
              <a:buChar char="u"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917FA-DFAF-4D3E-CCCC-1905C9EE0F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5789" y="6340180"/>
            <a:ext cx="10471852" cy="407988"/>
          </a:xfrm>
          <a:prstGeom prst="rect">
            <a:avLst/>
          </a:prstGeom>
        </p:spPr>
        <p:txBody>
          <a:bodyPr anchor="t">
            <a:normAutofit fontScale="70000" lnSpcReduction="20000"/>
          </a:bodyPr>
          <a:lstStyle>
            <a:lvl1pPr>
              <a:defRPr lang="en-AU" sz="2000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lvl="0">
              <a:buNone/>
            </a:pPr>
            <a:r>
              <a:rPr lang="en-US" sz="2000" dirty="0"/>
              <a:t>answer</a:t>
            </a:r>
            <a:endParaRPr lang="en-AU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1CCA867-34F8-FE66-C7B8-4A1DA1CF58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788" y="326361"/>
            <a:ext cx="10321024" cy="6589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21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93A3BC-AC94-0D22-4DA4-EC18E3D71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26" y="4174329"/>
            <a:ext cx="9216446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3055FB-31CE-5B66-EBBF-E595175BA6F6}"/>
              </a:ext>
            </a:extLst>
          </p:cNvPr>
          <p:cNvGrpSpPr/>
          <p:nvPr userDrawn="1"/>
        </p:nvGrpSpPr>
        <p:grpSpPr>
          <a:xfrm>
            <a:off x="0" y="-33888"/>
            <a:ext cx="12202473" cy="6891888"/>
            <a:chOff x="0" y="-33888"/>
            <a:chExt cx="12202473" cy="689188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CF6C39B-31A3-E31B-CF43-D8771501A760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B97B68F-6ADD-C949-22E9-91BA9E607414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8A92E93A-C051-EA54-B072-41525D838740}"/>
                </a:ext>
              </a:extLst>
            </p:cNvPr>
            <p:cNvSpPr/>
            <p:nvPr/>
          </p:nvSpPr>
          <p:spPr>
            <a:xfrm>
              <a:off x="9154671" y="-18365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7ACEB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D9F62240-B25D-A1C8-8886-81ABBB7E8D88}"/>
                </a:ext>
              </a:extLst>
            </p:cNvPr>
            <p:cNvSpPr/>
            <p:nvPr/>
          </p:nvSpPr>
          <p:spPr>
            <a:xfrm>
              <a:off x="9577647" y="-33888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B56E6AAF-A214-9ECB-0F19-D5AEF5E3B09E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400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8">
              <a:extLst>
                <a:ext uri="{FF2B5EF4-FFF2-40B4-BE49-F238E27FC236}">
                  <a16:creationId xmlns:a16="http://schemas.microsoft.com/office/drawing/2014/main" id="{3B2B6474-14AE-C615-F4D4-AE9CB348D0E6}"/>
                </a:ext>
              </a:extLst>
            </p:cNvPr>
            <p:cNvSpPr/>
            <p:nvPr/>
          </p:nvSpPr>
          <p:spPr>
            <a:xfrm>
              <a:off x="10871926" y="-33888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7ACEB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A4DF9B01-B895-E532-6C93-FDE50D4ECA31}"/>
                </a:ext>
              </a:extLst>
            </p:cNvPr>
            <p:cNvSpPr/>
            <p:nvPr/>
          </p:nvSpPr>
          <p:spPr>
            <a:xfrm>
              <a:off x="10952648" y="-33888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DCA9FBDC-1BD7-A4FC-747F-E69937264AE4}"/>
                </a:ext>
              </a:extLst>
            </p:cNvPr>
            <p:cNvSpPr/>
            <p:nvPr/>
          </p:nvSpPr>
          <p:spPr>
            <a:xfrm>
              <a:off x="10312391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8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090BD0E8-8A33-FD9C-C541-21BFF3287385}"/>
                </a:ext>
              </a:extLst>
            </p:cNvPr>
            <p:cNvSpPr/>
            <p:nvPr userDrawn="1"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7A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2779F6F-018B-68A1-5ED6-1C72E0B75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119" y="1191843"/>
            <a:ext cx="781776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4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6201915-BC85-8396-6FCE-C57DF85A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36" y="2701925"/>
            <a:ext cx="9179487" cy="1325563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rgbClr val="00B0F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647799-D60C-325C-8949-F169AAFBA4A5}"/>
              </a:ext>
            </a:extLst>
          </p:cNvPr>
          <p:cNvGrpSpPr/>
          <p:nvPr userDrawn="1"/>
        </p:nvGrpSpPr>
        <p:grpSpPr>
          <a:xfrm>
            <a:off x="0" y="-33888"/>
            <a:ext cx="12202473" cy="6891888"/>
            <a:chOff x="0" y="-33888"/>
            <a:chExt cx="12202473" cy="689188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B5D427D7-0872-DFCD-6328-5440668C0FE4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230708C-B634-53F1-7C54-DDE4871557AD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23">
              <a:extLst>
                <a:ext uri="{FF2B5EF4-FFF2-40B4-BE49-F238E27FC236}">
                  <a16:creationId xmlns:a16="http://schemas.microsoft.com/office/drawing/2014/main" id="{EEFDD63B-8580-1685-A962-58297C211423}"/>
                </a:ext>
              </a:extLst>
            </p:cNvPr>
            <p:cNvSpPr/>
            <p:nvPr/>
          </p:nvSpPr>
          <p:spPr>
            <a:xfrm>
              <a:off x="9154671" y="-18365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7ACEB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 25">
              <a:extLst>
                <a:ext uri="{FF2B5EF4-FFF2-40B4-BE49-F238E27FC236}">
                  <a16:creationId xmlns:a16="http://schemas.microsoft.com/office/drawing/2014/main" id="{6B3646A9-9E88-25BC-4F5C-29849A461B19}"/>
                </a:ext>
              </a:extLst>
            </p:cNvPr>
            <p:cNvSpPr/>
            <p:nvPr/>
          </p:nvSpPr>
          <p:spPr>
            <a:xfrm>
              <a:off x="9577647" y="-33888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0CEDA336-C7AA-0BFE-0A1C-3D5E47A97E47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40002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28">
              <a:extLst>
                <a:ext uri="{FF2B5EF4-FFF2-40B4-BE49-F238E27FC236}">
                  <a16:creationId xmlns:a16="http://schemas.microsoft.com/office/drawing/2014/main" id="{15059E6E-1020-122C-16E1-CEEDBC0ED768}"/>
                </a:ext>
              </a:extLst>
            </p:cNvPr>
            <p:cNvSpPr/>
            <p:nvPr/>
          </p:nvSpPr>
          <p:spPr>
            <a:xfrm>
              <a:off x="10871926" y="-33888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7ACEB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29">
              <a:extLst>
                <a:ext uri="{FF2B5EF4-FFF2-40B4-BE49-F238E27FC236}">
                  <a16:creationId xmlns:a16="http://schemas.microsoft.com/office/drawing/2014/main" id="{D44B8A07-F887-904F-7855-DD19C531D289}"/>
                </a:ext>
              </a:extLst>
            </p:cNvPr>
            <p:cNvSpPr/>
            <p:nvPr/>
          </p:nvSpPr>
          <p:spPr>
            <a:xfrm>
              <a:off x="10952648" y="-33888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ACEB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A5E84E36-4A84-1F98-DE47-B397E4A22D05}"/>
                </a:ext>
              </a:extLst>
            </p:cNvPr>
            <p:cNvSpPr/>
            <p:nvPr/>
          </p:nvSpPr>
          <p:spPr>
            <a:xfrm>
              <a:off x="10312391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7ACEB">
                <a:alpha val="8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944F25E3-C226-B991-CEA5-EF0CAA1857C2}"/>
                </a:ext>
              </a:extLst>
            </p:cNvPr>
            <p:cNvSpPr/>
            <p:nvPr userDrawn="1"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7AC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3" name="Picture 1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ABBFEA-EF5B-72FB-82EB-56DD478B15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5" y="4586154"/>
            <a:ext cx="781776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31182F23-B74B-6C30-5868-8A22F3184627}"/>
              </a:ext>
            </a:extLst>
          </p:cNvPr>
          <p:cNvSpPr/>
          <p:nvPr userDrawn="1"/>
        </p:nvSpPr>
        <p:spPr>
          <a:xfrm>
            <a:off x="10942175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7ACEB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C743D6B1-F6AE-EE57-41E5-96D153360581}"/>
              </a:ext>
            </a:extLst>
          </p:cNvPr>
          <p:cNvSpPr/>
          <p:nvPr userDrawn="1"/>
        </p:nvSpPr>
        <p:spPr>
          <a:xfrm>
            <a:off x="11310257" y="3589867"/>
            <a:ext cx="878568" cy="3268133"/>
          </a:xfrm>
          <a:prstGeom prst="triangle">
            <a:avLst>
              <a:gd name="adj" fmla="val 100000"/>
            </a:avLst>
          </a:prstGeom>
          <a:solidFill>
            <a:srgbClr val="07ACE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ACBBA3E-8E4D-6E02-A194-EE3B7ED71E11}"/>
              </a:ext>
            </a:extLst>
          </p:cNvPr>
          <p:cNvSpPr/>
          <p:nvPr userDrawn="1"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rgbClr val="07ACEB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D1B4D58-DD1E-45FA-BEF5-7F74457CEA2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87"/>
          <a:stretch>
            <a:fillRect/>
          </a:stretch>
        </p:blipFill>
        <p:spPr>
          <a:xfrm>
            <a:off x="11076100" y="123600"/>
            <a:ext cx="981973" cy="9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2" r:id="rId4"/>
    <p:sldLayoutId id="2147483663" r:id="rId5"/>
    <p:sldLayoutId id="2147483659" r:id="rId6"/>
    <p:sldLayoutId id="2147483660" r:id="rId7"/>
    <p:sldLayoutId id="2147483661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15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15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15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15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15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celsia Template" id="{40AD64EE-3C1D-B849-AA3C-FEAFBBF9A343}" vid="{837EBA87-D38D-494D-AF7C-3914FB9ACE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2D91C1503B3F49ADBA5A0469C768B1" ma:contentTypeVersion="10" ma:contentTypeDescription="Create a new document." ma:contentTypeScope="" ma:versionID="4003135b0ad4dd7240eff878933935bc">
  <xsd:schema xmlns:xsd="http://www.w3.org/2001/XMLSchema" xmlns:xs="http://www.w3.org/2001/XMLSchema" xmlns:p="http://schemas.microsoft.com/office/2006/metadata/properties" xmlns:ns3="d70a4a66-c4ba-45c2-9d8f-2bae85b085c4" targetNamespace="http://schemas.microsoft.com/office/2006/metadata/properties" ma:root="true" ma:fieldsID="56cfdfd0dfb13ab7d1ee7ce1235884dc" ns3:_="">
    <xsd:import namespace="d70a4a66-c4ba-45c2-9d8f-2bae85b085c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0a4a66-c4ba-45c2-9d8f-2bae85b085c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0a4a66-c4ba-45c2-9d8f-2bae85b085c4" xsi:nil="true"/>
  </documentManagement>
</p:properties>
</file>

<file path=customXml/itemProps1.xml><?xml version="1.0" encoding="utf-8"?>
<ds:datastoreItem xmlns:ds="http://schemas.openxmlformats.org/officeDocument/2006/customXml" ds:itemID="{9B08D1E9-2934-4233-93BE-02D08DE5F8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6AEA09-3B02-43DF-8374-7DAD729EB3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0a4a66-c4ba-45c2-9d8f-2bae85b085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EA402B-7E77-4C20-94B3-A36F5A583CFD}">
  <ds:schemaRefs>
    <ds:schemaRef ds:uri="http://purl.org/dc/elements/1.1/"/>
    <ds:schemaRef ds:uri="http://schemas.microsoft.com/office/infopath/2007/PartnerControls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70a4a66-c4ba-45c2-9d8f-2bae85b085c4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Calibri</vt:lpstr>
      <vt:lpstr>Trebuchet MS</vt:lpstr>
      <vt:lpstr>Wingdings 3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Johan Sebastian Ramirez Vallejo</dc:creator>
  <cp:keywords/>
  <dc:description/>
  <cp:lastModifiedBy>Johan Sebastian Ramirez Vallejo</cp:lastModifiedBy>
  <cp:revision>95</cp:revision>
  <cp:lastPrinted>2024-03-07T22:50:54Z</cp:lastPrinted>
  <dcterms:created xsi:type="dcterms:W3CDTF">2025-07-12T04:25:30Z</dcterms:created>
  <dcterms:modified xsi:type="dcterms:W3CDTF">2026-01-08T04:55:08Z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0x010100382D91C1503B3F49ADBA5A0469C768B1</vt:lpwstr>
  </property>
</Properties>
</file>