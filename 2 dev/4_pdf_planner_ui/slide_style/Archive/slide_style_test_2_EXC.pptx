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5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995" autoAdjust="0"/>
    <p:restoredTop sz="95677"/>
  </p:normalViewPr>
  <p:slideViewPr>
    <p:cSldViewPr snapToGrid="0" snapToObjects="1">
      <p:cViewPr varScale="1">
        <p:scale>
          <a:sx n="108" d="100"/>
          <a:sy n="108" d="100"/>
        </p:scale>
        <p:origin x="6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F7B252-8E90-66C4-F94F-326FC3C48E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80B2CF-D92D-F8D8-8E48-F0AE1AD04AC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5047AB-D8BE-4658-96E3-C2AB66B937A7}" type="datetimeFigureOut">
              <a:rPr lang="en-AU" smtClean="0"/>
              <a:t>19/07/2025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4F56BB-C67C-CB7F-66A7-362B9A41A94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2D1021-1AD5-F364-F040-DDB6FF0ED4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279EBE-E731-469E-9215-BA1B16CF53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01070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F89F65-1DCB-9845-990C-CDC44DE929FA}" type="datetimeFigureOut">
              <a:rPr lang="en-US" smtClean="0"/>
              <a:t>7/19/2025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44321E-DC9E-9042-8ACD-8652D64133C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031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 (Center Title + Subtitl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663687"/>
            <a:ext cx="9144000" cy="1434101"/>
          </a:xfrm>
          <a:prstGeom prst="rect">
            <a:avLst/>
          </a:prstGeom>
        </p:spPr>
        <p:txBody>
          <a:bodyPr anchor="b"/>
          <a:lstStyle>
            <a:lvl1pPr algn="ctr">
              <a:defRPr sz="6000" b="1">
                <a:solidFill>
                  <a:srgbClr val="001548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61935"/>
            <a:ext cx="9144000" cy="1136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001548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67279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Content 1 colum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0207E1-0C40-D4F1-348E-26B6DCE48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1286" y="455126"/>
            <a:ext cx="9247139" cy="70173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4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F34F11-0920-6B36-FFE3-2B79C29D1A2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1488" y="1357313"/>
            <a:ext cx="11056937" cy="49403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1051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content 2 Column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6284E9-DFFD-1643-6BA7-CAE2BF8DA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0712" y="367646"/>
            <a:ext cx="9382176" cy="88612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4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1C0A0B-10D8-6D0B-B89F-083C7974024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9113" y="1802167"/>
            <a:ext cx="5240337" cy="4570058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A7D579F-7815-67F3-080E-1C58B1257C6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38838" y="1802167"/>
            <a:ext cx="5734050" cy="4570058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F350805-CA03-9F3C-2A5E-61D0BBAC5B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9113" y="1325557"/>
            <a:ext cx="11153775" cy="4048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600" b="1"/>
            </a:lvl1pPr>
          </a:lstStyle>
          <a:p>
            <a:pPr lvl="0"/>
            <a:r>
              <a:rPr lang="en-US" dirty="0"/>
              <a:t>For </a:t>
            </a:r>
            <a:r>
              <a:rPr lang="en-US" dirty="0" err="1"/>
              <a:t>Subsubtitles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76207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ld content 1 colum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71045-D737-605E-3913-CAC665A5A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5554" y="390889"/>
            <a:ext cx="9445658" cy="4173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62316E-89A4-342F-C435-98F7215E20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6260" y="836312"/>
            <a:ext cx="8634952" cy="4173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32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62A657-439B-EB60-7EBA-D92F47272B8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5624" y="1357460"/>
            <a:ext cx="11124185" cy="495920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47477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ld Content 2 column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6AF4E-5173-8960-7D69-90E3A0D4C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5554" y="409223"/>
            <a:ext cx="9455085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79B9C4-1211-6280-270B-6D497398C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01418" y="778555"/>
            <a:ext cx="8719793" cy="47505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32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5C83A4-AE0B-89C3-5F60-9D7E17594FD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90538" y="1846554"/>
            <a:ext cx="5457825" cy="44605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F53A26C-38AD-0903-640F-848A3E946F0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96000" y="1846554"/>
            <a:ext cx="5605463" cy="446058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09978D-619E-375A-2F42-E8C2A897E6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0538" y="1349375"/>
            <a:ext cx="11210925" cy="3698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600" b="1"/>
            </a:lvl1pPr>
          </a:lstStyle>
          <a:p>
            <a:pPr lvl="0"/>
            <a:r>
              <a:rPr lang="en-US" dirty="0"/>
              <a:t>For </a:t>
            </a:r>
            <a:r>
              <a:rPr lang="en-US" dirty="0" err="1"/>
              <a:t>subsubtitle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3712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active Activity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0FEE8B-99AD-8ACB-CE26-7DC715E11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1567431"/>
            <a:ext cx="11106150" cy="54049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2400" b="1">
                <a:solidFill>
                  <a:srgbClr val="001548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C3C267-E856-3759-C3B6-6E993913622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2791" y="2107925"/>
            <a:ext cx="10631009" cy="403887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045C84-B87E-08B2-07B1-E7313EF3D5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5788" y="6373813"/>
            <a:ext cx="11106150" cy="400050"/>
          </a:xfrm>
          <a:prstGeom prst="rect">
            <a:avLst/>
          </a:prstGeom>
        </p:spPr>
        <p:txBody>
          <a:bodyPr anchor="t">
            <a:normAutofit fontScale="70000" lnSpcReduction="20000"/>
          </a:bodyPr>
          <a:lstStyle>
            <a:lvl1pPr marL="0" indent="0">
              <a:buNone/>
              <a:defRPr lang="en-AU" sz="2000" dirty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Answer: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D8DBCCE-998F-DB36-8CF5-393F3CC187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92126" y="751909"/>
            <a:ext cx="3261674" cy="65894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rgbClr val="001548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71602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active Activity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B6448AB-BFB0-DD9B-B8D4-C071A2F1D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02" y="1586529"/>
            <a:ext cx="10700536" cy="36408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2400" b="1">
                <a:solidFill>
                  <a:srgbClr val="001548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B159E88-BB25-7C09-C1B1-6D446D3621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78402" y="1950615"/>
            <a:ext cx="5257800" cy="425155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2DF629E-605E-E31A-91B4-B32DE4CEDEC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21138" y="1950614"/>
            <a:ext cx="5257800" cy="425155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917FA-DFAF-4D3E-CCCC-1905C9EE0F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5788" y="6356350"/>
            <a:ext cx="11088687" cy="407988"/>
          </a:xfrm>
          <a:prstGeom prst="rect">
            <a:avLst/>
          </a:prstGeom>
        </p:spPr>
        <p:txBody>
          <a:bodyPr anchor="t">
            <a:normAutofit fontScale="70000" lnSpcReduction="20000"/>
          </a:bodyPr>
          <a:lstStyle>
            <a:lvl1pPr>
              <a:defRPr lang="en-AU" sz="2000" dirty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>
              <a:buNone/>
            </a:pPr>
            <a:r>
              <a:rPr lang="en-US" sz="2000" dirty="0"/>
              <a:t>answer</a:t>
            </a:r>
            <a:endParaRPr lang="en-AU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31CCA867-34F8-FE66-C7B8-4A1DA1CF58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7264" y="774664"/>
            <a:ext cx="3261674" cy="65894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rgbClr val="001548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48211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93A3BC-AC94-0D22-4DA4-EC18E3D71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652" y="4654321"/>
            <a:ext cx="10515600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44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6942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6201915-BC85-8396-6FCE-C57DF85AA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anchor="ctr"/>
          <a:lstStyle>
            <a:lvl1pPr algn="ctr">
              <a:defRPr sz="44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9890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3805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8" r:id="rId3"/>
    <p:sldLayoutId id="2147483662" r:id="rId4"/>
    <p:sldLayoutId id="2147483663" r:id="rId5"/>
    <p:sldLayoutId id="2147483659" r:id="rId6"/>
    <p:sldLayoutId id="2147483660" r:id="rId7"/>
    <p:sldLayoutId id="2147483661" r:id="rId8"/>
    <p:sldLayoutId id="214748365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00154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00154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00154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00154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00154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celsia Template" id="{40AD64EE-3C1D-B849-AA3C-FEAFBBF9A343}" vid="{837EBA87-D38D-494D-AF7C-3914FB9ACE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70a4a66-c4ba-45c2-9d8f-2bae85b085c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2D91C1503B3F49ADBA5A0469C768B1" ma:contentTypeVersion="10" ma:contentTypeDescription="Create a new document." ma:contentTypeScope="" ma:versionID="4003135b0ad4dd7240eff878933935bc">
  <xsd:schema xmlns:xsd="http://www.w3.org/2001/XMLSchema" xmlns:xs="http://www.w3.org/2001/XMLSchema" xmlns:p="http://schemas.microsoft.com/office/2006/metadata/properties" xmlns:ns3="d70a4a66-c4ba-45c2-9d8f-2bae85b085c4" targetNamespace="http://schemas.microsoft.com/office/2006/metadata/properties" ma:root="true" ma:fieldsID="56cfdfd0dfb13ab7d1ee7ce1235884dc" ns3:_="">
    <xsd:import namespace="d70a4a66-c4ba-45c2-9d8f-2bae85b085c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0a4a66-c4ba-45c2-9d8f-2bae85b085c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B08D1E9-2934-4233-93BE-02D08DE5F8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EA402B-7E77-4C20-94B3-A36F5A583CFD}">
  <ds:schemaRefs>
    <ds:schemaRef ds:uri="http://purl.org/dc/elements/1.1/"/>
    <ds:schemaRef ds:uri="http://schemas.microsoft.com/office/infopath/2007/PartnerControls"/>
    <ds:schemaRef ds:uri="http://purl.org/dc/dcmitype/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d70a4a66-c4ba-45c2-9d8f-2bae85b085c4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86AEA09-3B02-43DF-8374-7DAD729EB3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70a4a66-c4ba-45c2-9d8f-2bae85b085c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Arial</vt:lpstr>
      <vt:lpstr>Calibri</vt:lpstr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Johan Sebastian Ramirez Vallejo</dc:creator>
  <cp:keywords/>
  <dc:description/>
  <cp:lastModifiedBy>Johan Sebastian Ramirez Vallejo</cp:lastModifiedBy>
  <cp:revision>92</cp:revision>
  <cp:lastPrinted>2024-03-07T22:50:54Z</cp:lastPrinted>
  <dcterms:created xsi:type="dcterms:W3CDTF">2025-07-12T04:25:30Z</dcterms:created>
  <dcterms:modified xsi:type="dcterms:W3CDTF">2025-07-19T09:46:42Z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0x010100382D91C1503B3F49ADBA5A0469C768B1</vt:lpwstr>
  </property>
</Properties>
</file>